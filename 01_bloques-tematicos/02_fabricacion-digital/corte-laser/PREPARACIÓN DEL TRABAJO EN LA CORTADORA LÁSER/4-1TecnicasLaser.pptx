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67" r:id="rId3"/>
    <p:sldId id="268" r:id="rId4"/>
    <p:sldId id="269" r:id="rId5"/>
    <p:sldId id="258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d2f8ed7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d2f8ed7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F3B98DF-1004-9F5D-3E0A-E54CB04FC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3565CE04-D5BB-A0DC-83CC-D14B74788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33BCE157-D592-B5A0-9C4F-850B9423A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943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C73F44F-993C-2F4E-0C83-199003007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0EEBBBC4-5EA1-98A1-53A2-43656445E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B04BF664-40C6-68BA-6BCF-EEE2CB363A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2430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AB243EF-5518-255F-2B2F-8869F4B1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d2f8ed7c0_0_50:notes">
            <a:extLst>
              <a:ext uri="{FF2B5EF4-FFF2-40B4-BE49-F238E27FC236}">
                <a16:creationId xmlns:a16="http://schemas.microsoft.com/office/drawing/2014/main" id="{09B81F96-CFA3-73BF-6A37-82B8D1C2F2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d2f8ed7c0_0_50:notes">
            <a:extLst>
              <a:ext uri="{FF2B5EF4-FFF2-40B4-BE49-F238E27FC236}">
                <a16:creationId xmlns:a16="http://schemas.microsoft.com/office/drawing/2014/main" id="{DDC86BE3-38C3-FA56-2540-C793E0359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302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f0cde7624_3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af0cde7624_3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2050" y="3177125"/>
            <a:ext cx="68178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R" sz="19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Errol Ramírez Céspedes</a:t>
            </a:r>
            <a:endParaRPr sz="19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Prof. Fabricación Digital</a:t>
            </a:r>
            <a:endParaRPr sz="19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82050" y="2635750"/>
            <a:ext cx="70797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CORTE, DELINEADO Y GRABADO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2CA7E05C-79C1-14A1-7DF3-867421BC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F12F5F46-023E-2CED-9ED4-E99EB15D5007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C47E8BBB-E93A-DF3A-0DF6-A263ABC5E4A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4BDDB2BD-A4DF-3B6B-E134-DCEAFA58A781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CORTE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2101E9-CAAE-676A-0610-60E64D9C1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7930100" cy="605100"/>
          </a:xfrm>
        </p:spPr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Se trata de cortar el material y separar la forma y pieza que queremos crear.</a:t>
            </a:r>
          </a:p>
        </p:txBody>
      </p:sp>
      <p:pic>
        <p:nvPicPr>
          <p:cNvPr id="4" name="Content Placeholder 16">
            <a:extLst>
              <a:ext uri="{FF2B5EF4-FFF2-40B4-BE49-F238E27FC236}">
                <a16:creationId xmlns:a16="http://schemas.microsoft.com/office/drawing/2014/main" id="{D9B8E119-AA28-E187-482E-D1AE988F19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306"/>
          <a:stretch/>
        </p:blipFill>
        <p:spPr>
          <a:xfrm>
            <a:off x="829462" y="1054875"/>
            <a:ext cx="6894576" cy="31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39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FDE100D3-AF55-0189-63A7-3E16A917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AA0E9E85-C764-431D-B391-1C70D805F069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E8B5BB09-9CAD-95C1-3837-DCF376B893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D28AC228-F73B-0AA1-6D53-0F606C6C5B07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DELINEADO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1FD428-797B-6232-B9F6-506FBF3F9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4230575"/>
            <a:ext cx="8358375" cy="605100"/>
          </a:xfrm>
        </p:spPr>
        <p:txBody>
          <a:bodyPr>
            <a:normAutofit fontScale="92500"/>
          </a:bodyPr>
          <a:lstStyle/>
          <a:p>
            <a:pPr marL="228600" indent="0"/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Tipo de grabado donde se quema un contorno para formar el diseño que se quiere crear.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89CFC3-5FCE-EBBC-6397-8618D0C60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" y="1054873"/>
            <a:ext cx="6867144" cy="31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33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535F0485-918C-A4D8-AF25-E8E435AF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>
            <a:extLst>
              <a:ext uri="{FF2B5EF4-FFF2-40B4-BE49-F238E27FC236}">
                <a16:creationId xmlns:a16="http://schemas.microsoft.com/office/drawing/2014/main" id="{D4892A4E-1D40-6953-AD6A-7DDECB28E38A}"/>
              </a:ext>
            </a:extLst>
          </p:cNvPr>
          <p:cNvCxnSpPr/>
          <p:nvPr/>
        </p:nvCxnSpPr>
        <p:spPr>
          <a:xfrm>
            <a:off x="382050" y="762850"/>
            <a:ext cx="83799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" name="Google Shape;61;p14">
            <a:extLst>
              <a:ext uri="{FF2B5EF4-FFF2-40B4-BE49-F238E27FC236}">
                <a16:creationId xmlns:a16="http://schemas.microsoft.com/office/drawing/2014/main" id="{B6A86991-2498-1A8E-B2ED-72556B7737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800" y="4148375"/>
            <a:ext cx="428275" cy="8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72FEEBD-5175-14F2-8A29-0F7E3E570F18}"/>
              </a:ext>
            </a:extLst>
          </p:cNvPr>
          <p:cNvSpPr txBox="1"/>
          <p:nvPr/>
        </p:nvSpPr>
        <p:spPr>
          <a:xfrm>
            <a:off x="254274" y="90100"/>
            <a:ext cx="8507675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GRABADO</a:t>
            </a:r>
            <a:endParaRPr lang="en-US" sz="24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AA0139-781A-CB22-BD22-CD82D2197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4230575"/>
            <a:ext cx="7930101" cy="605100"/>
          </a:xfrm>
        </p:spPr>
        <p:txBody>
          <a:bodyPr>
            <a:normAutofit fontScale="92500" lnSpcReduction="10000"/>
          </a:bodyPr>
          <a:lstStyle/>
          <a:p>
            <a:pPr marL="228600" indent="0"/>
            <a:r>
              <a:rPr lang="es-ES" sz="1600" dirty="0">
                <a:solidFill>
                  <a:schemeClr val="tx1"/>
                </a:solidFill>
                <a:latin typeface="Bahnschrift Light" panose="020B0502040204020203" pitchFamily="34" charset="0"/>
              </a:rPr>
              <a:t>Tipo de grabado donde se queman líneas consecutivas en un área con el objetivo de raspar la superficie y crear un grabado del diseño.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E356D8-ACBE-B51A-8423-F1F9BFE54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" y="1054873"/>
            <a:ext cx="6867144" cy="31639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E8C3C4-208F-8533-D905-31138A6259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143"/>
          <a:stretch/>
        </p:blipFill>
        <p:spPr>
          <a:xfrm>
            <a:off x="1074539" y="1054873"/>
            <a:ext cx="6867144" cy="311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13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11700" y="3985275"/>
            <a:ext cx="85206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ejramirez</a:t>
            </a:r>
            <a:r>
              <a:rPr lang="en" sz="2000" dirty="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@ucenfotec.ac.cr</a:t>
            </a:r>
            <a:endParaRPr sz="2000" dirty="0">
              <a:solidFill>
                <a:srgbClr val="6666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 idx="4294967295"/>
          </p:nvPr>
        </p:nvSpPr>
        <p:spPr>
          <a:xfrm>
            <a:off x="311700" y="742225"/>
            <a:ext cx="8520600" cy="10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¿Preguntas?</a:t>
            </a:r>
            <a:endParaRPr sz="5300" b="1">
              <a:solidFill>
                <a:srgbClr val="66666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482" y="1821025"/>
            <a:ext cx="1031030" cy="1998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5DA4BA5-91F8-0CDF-E94A-41563248C89B}"/>
              </a:ext>
            </a:extLst>
          </p:cNvPr>
          <p:cNvGrpSpPr/>
          <p:nvPr/>
        </p:nvGrpSpPr>
        <p:grpSpPr>
          <a:xfrm>
            <a:off x="3500920" y="4517450"/>
            <a:ext cx="2142153" cy="380700"/>
            <a:chOff x="3321763" y="4526813"/>
            <a:chExt cx="2142153" cy="380700"/>
          </a:xfrm>
        </p:grpSpPr>
        <p:sp>
          <p:nvSpPr>
            <p:cNvPr id="71" name="Google Shape;71;p15"/>
            <p:cNvSpPr txBox="1"/>
            <p:nvPr/>
          </p:nvSpPr>
          <p:spPr>
            <a:xfrm>
              <a:off x="4228226" y="4526813"/>
              <a:ext cx="123569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666666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@redbeardcr</a:t>
              </a:r>
              <a:endParaRPr dirty="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36307C3-1C55-EA99-3AD7-14E771DBD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48861" y="4595121"/>
              <a:ext cx="252265" cy="252265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48E46F1-6A23-4A18-F9A4-651B79A31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21763" y="4595967"/>
              <a:ext cx="252265" cy="251421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CF624DC-F5B0-4AA4-932E-8F95DC914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75959" y="4595121"/>
              <a:ext cx="252266" cy="2522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85</Words>
  <Application>Microsoft Office PowerPoint</Application>
  <PresentationFormat>On-screen Show (16:9)</PresentationFormat>
  <Paragraphs>12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Bahnschrift Light</vt:lpstr>
      <vt:lpstr>Montserrat</vt:lpstr>
      <vt:lpstr>Source Sans Pro</vt:lpstr>
      <vt:lpstr>Simple Light</vt:lpstr>
      <vt:lpstr>PowerPoint Presentation</vt:lpstr>
      <vt:lpstr>PowerPoint Presentation</vt:lpstr>
      <vt:lpstr>PowerPoint Presentation</vt:lpstr>
      <vt:lpstr>PowerPoint Presentation</vt:lpstr>
      <vt:lpstr>¿Preguntas?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Errol RamCes</dc:creator>
  <cp:lastModifiedBy>Errol RamCes</cp:lastModifiedBy>
  <cp:revision>5</cp:revision>
  <dcterms:modified xsi:type="dcterms:W3CDTF">2025-04-09T04:21:26Z</dcterms:modified>
</cp:coreProperties>
</file>